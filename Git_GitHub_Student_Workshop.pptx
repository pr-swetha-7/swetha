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11" r:id="rId48"/>
    <p:sldId id="302" r:id="rId49"/>
    <p:sldId id="310" r:id="rId50"/>
    <p:sldId id="303" r:id="rId51"/>
    <p:sldId id="304" r:id="rId52"/>
    <p:sldId id="305" r:id="rId53"/>
    <p:sldId id="306" r:id="rId54"/>
    <p:sldId id="307" r:id="rId55"/>
    <p:sldId id="308" r:id="rId56"/>
    <p:sldId id="309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06" autoAdjust="0"/>
  </p:normalViewPr>
  <p:slideViewPr>
    <p:cSldViewPr snapToGrid="0" snapToObjects="1">
      <p:cViewPr varScale="1">
        <p:scale>
          <a:sx n="86" d="100"/>
          <a:sy n="86" d="100"/>
        </p:scale>
        <p:origin x="-66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0313" y="2171992"/>
            <a:ext cx="51448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latin typeface="Aptos"/>
              </a:defRPr>
            </a:pPr>
            <a:r>
              <a:rPr lang="en-IN" dirty="0" smtClean="0"/>
              <a:t>     </a:t>
            </a:r>
          </a:p>
          <a:p>
            <a:pPr algn="ctr">
              <a:defRPr sz="4200" b="1">
                <a:latin typeface="Aptos"/>
              </a:defRPr>
            </a:pPr>
            <a:r>
              <a:rPr lang="en-IN" dirty="0" smtClean="0"/>
              <a:t>GIT </a:t>
            </a:r>
            <a:r>
              <a:rPr lang="en-IN" dirty="0"/>
              <a:t>&amp; GITHUB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732183" y="4937760"/>
            <a:ext cx="662113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latin typeface="Aptos"/>
              </a:defRPr>
            </a:pPr>
            <a:r>
              <a:rPr lang="en-IN" dirty="0" smtClean="0"/>
              <a:t>                     </a:t>
            </a:r>
          </a:p>
          <a:p>
            <a:pPr>
              <a:defRPr sz="1700" b="1">
                <a:latin typeface="Aptos"/>
              </a:defRPr>
            </a:pPr>
            <a:r>
              <a:rPr lang="en-IN" dirty="0" smtClean="0"/>
              <a:t> </a:t>
            </a:r>
          </a:p>
          <a:p>
            <a:pPr>
              <a:defRPr sz="1700" b="1">
                <a:latin typeface="Aptos"/>
              </a:defRPr>
            </a:pPr>
            <a:r>
              <a:rPr lang="en-IN" dirty="0"/>
              <a:t> </a:t>
            </a:r>
            <a:r>
              <a:rPr lang="en-IN" dirty="0" smtClean="0"/>
              <a:t>             </a:t>
            </a:r>
            <a:r>
              <a:rPr dirty="0" smtClean="0"/>
              <a:t>Department </a:t>
            </a:r>
            <a:r>
              <a:rPr dirty="0"/>
              <a:t>of Computer Science &amp; Engineering</a:t>
            </a: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455" y="738318"/>
            <a:ext cx="8170771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Workshop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1. Git &amp; Version Control fundamentals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2. Installation and configuration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3. Repository and basic commands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4. Branching, merging and conflict resolution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5. GitHub and remote repositories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6. Undoing changes and advanced basics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7. Git workflow, Pull Requests and best practices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8. Hands-on practice + mini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Explain why version control is used in software projects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Create, clone and manage Git repositories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Use add, commit, status, log, diff and restore confidently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Create branches and merge changes safely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Connect a local repository to GitHub and synchronize changes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Use reset, revert, stash, tags, rebase and cherry-pick at a basic level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Follow a practical team workflow using Pull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1. What is Version Control?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Version Control System (VCS) records changes to files over time.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It allows developers to compare, restore and collaborate on different versions.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Useful for source code, documentation, configuration and project files.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Key benefits: history, collaboration, backup, traceability and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Types of Version Control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Local VCS — versions are stored on one computer.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Centralized VCS — one central server stores the project history.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Distributed VCS — every clone contains the complete repository history.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 is a Distributed Version Control System (DVCS).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What is Git?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 is a free and open-source distributed version control system.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Created by Linus Torvalds in 2005 for Linux kernel development.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Tracks changes using commits and branches.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Designed for speed, reliability and distributed collaboration.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 works locally; a remote service is optional.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Advantages of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Fast — most operations are performed locally.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Distributed — each clone has repository history.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Branching and merging are lightweight.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Supports parallel development.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Strong history and change tracking.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Works with many hosting platforms and CI/CD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vs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 = version control software installed on your computer.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GitHub = cloud platform for hosting and collaborating on Git repositories.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 provides commands such as commit, branch, merge and rebase.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GitHub provides repositories, Pull Requests, Issues, reviews and collaboration.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Think: Git manages versions; GitHub helps teams collaborate around Git.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2. Installing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Download Git from the official Git website.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Windows: install Git for Windows and use Git Bash or Terminal.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Linux: install Git through the distribution package manager.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macOS: install Git using the available developer tools/package manager.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After installation, verify the installation from a terminal.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Check Git Version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50428"/>
            <a:ext cx="8247468" cy="1786758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2070" y="1600200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latin typeface="Consolas"/>
              </a:defRPr>
            </a:pPr>
            <a:r>
              <a:t>git --version</a:t>
            </a:r>
            <a:br/>
            <a:r>
              <a:t/>
            </a:r>
            <a:br/>
            <a:r>
              <a:t>Example output:</a:t>
            </a:r>
            <a:br/>
            <a:r>
              <a:t>git version 2.x.x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4801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rPr dirty="0"/>
              <a:t>Configure </a:t>
            </a:r>
            <a:r>
              <a:rPr dirty="0" err="1" smtClean="0"/>
              <a:t>Git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latin typeface="Consolas"/>
              </a:defRPr>
            </a:pPr>
            <a:r>
              <a:t>git config --global user.name "Your Name"</a:t>
            </a:r>
            <a:br/>
            <a:r>
              <a:t>git config --global user.email "you@example.com"</a:t>
            </a:r>
            <a:br/>
            <a:r>
              <a:t/>
            </a:r>
            <a:br/>
            <a:r>
              <a:t># View configuration</a:t>
            </a:r>
            <a:br/>
            <a:r>
              <a:t>git config --global --list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Bash / Terminal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pwd — show current directory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ls — list files and folders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cd folder — move into a folder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cd .. — move to the parent folder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mkdir project — create a directory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clear — clear the terminal screen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Use Tab for command/path completion.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3. Create a Repository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latin typeface="Consolas"/>
              </a:defRPr>
            </a:pPr>
            <a:r>
              <a:t>mkdir my-project</a:t>
            </a:r>
            <a:br/>
            <a:r>
              <a:t>cd my-project</a:t>
            </a:r>
            <a:br/>
            <a:r>
              <a:t>git init</a:t>
            </a:r>
            <a:br/>
            <a:r>
              <a:t/>
            </a:r>
            <a:br/>
            <a:r>
              <a:t># Check repository state</a:t>
            </a:r>
            <a:br/>
            <a:r>
              <a:t>git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Clone an Existing Repository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latin typeface="Consolas"/>
              </a:defRPr>
            </a:pPr>
            <a:r>
              <a:t>git clone &lt;repository-url&gt;</a:t>
            </a:r>
            <a:br/>
            <a:r>
              <a:t/>
            </a:r>
            <a:br/>
            <a:r>
              <a:t># Example</a:t>
            </a:r>
            <a:br/>
            <a:r>
              <a:t>git clone https://github.com/user/project.git</a:t>
            </a:r>
            <a:br/>
            <a:r>
              <a:t>cd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Working directory — files you currently edit.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Staging area (index) — changes selected for the next commit.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.git directory — Git's internal database and history.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Commit — a saved snapshot of staged changes.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Remote — a linked repository such as a GitHub repository.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The Git Three-Area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WORKING DIRECTORY → edit files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STAGING AREA → select changes with git add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REPOSITORY → permanently record with git commit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Typical flow: Edit → Add → Commit → Push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This model is one of the most important concepts in Git.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4. git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Shows the current state of the working directory and staging area.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Identifies modified, untracked and staged files.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Use it frequently before and after </a:t>
            </a:r>
            <a:r>
              <a:rPr dirty="0" err="1"/>
              <a:t>Git</a:t>
            </a:r>
            <a:r>
              <a:rPr dirty="0"/>
              <a:t>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9316" y="3117773"/>
            <a:ext cx="1994053" cy="837282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status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add and git commit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latin typeface="Consolas"/>
              </a:defRPr>
            </a:pPr>
            <a:r>
              <a:t>git add file.txt</a:t>
            </a:r>
            <a:br/>
            <a:r>
              <a:t>git add .</a:t>
            </a:r>
            <a:br/>
            <a:r>
              <a:t/>
            </a:r>
            <a:br/>
            <a:r>
              <a:t>git commit -m "Add login validation"</a:t>
            </a:r>
            <a:br/>
            <a:r>
              <a:t/>
            </a:r>
            <a:br/>
            <a:r>
              <a:t># Stage only selected files</a:t>
            </a:r>
            <a:br/>
            <a:r>
              <a:t>git add index.html style.css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Displays commit history.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Useful for finding commit IDs, authors, dates and messages.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Common variations: --</a:t>
            </a:r>
            <a:r>
              <a:rPr dirty="0" err="1"/>
              <a:t>oneline</a:t>
            </a:r>
            <a:r>
              <a:rPr dirty="0"/>
              <a:t>, --graph, --decorate.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77102" y="3121571"/>
            <a:ext cx="6379781" cy="1072057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nb-NO" dirty="0">
                <a:solidFill>
                  <a:schemeClr val="accent4">
                    <a:lumMod val="75000"/>
                  </a:schemeClr>
                </a:solidFill>
              </a:rPr>
              <a:t>git log</a:t>
            </a:r>
            <a:br>
              <a:rPr lang="nb-NO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nb-NO" dirty="0">
                <a:solidFill>
                  <a:schemeClr val="accent4">
                    <a:lumMod val="75000"/>
                  </a:schemeClr>
                </a:solidFill>
              </a:rPr>
              <a:t>git log --oneline</a:t>
            </a:r>
            <a:br>
              <a:rPr lang="nb-NO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nb-NO" dirty="0">
                <a:solidFill>
                  <a:schemeClr val="accent4">
                    <a:lumMod val="75000"/>
                  </a:schemeClr>
                </a:solidFill>
              </a:rPr>
              <a:t>git log --oneline --graph --all</a:t>
            </a:r>
            <a:endParaRPr lang="nb-NO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Shows differences between versions of files.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 diff — unstaged changes.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 diff --staged — staged changes.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Use it to review changes before committing.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536414"/>
            <a:ext cx="4839710" cy="1277957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diff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diff --staged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restore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Restores files to a previous state.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Discard unstaged changes in a file: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Unstage a file while keeping its content: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360144"/>
            <a:ext cx="10515600" cy="2446295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restore file.txt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restore --staged file.txt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5. Branching: Why Branch?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 branch is an independent line of development.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Use branches for features, bug fixes, experiments and releases.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The default branch is commonly named main.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Branching lets multiple developers work without disturbing stable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Create and Switch Branches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latin typeface="Consolas"/>
              </a:defRPr>
            </a:pPr>
            <a:r>
              <a:t>git branch feature-login</a:t>
            </a:r>
            <a:br/>
            <a:r>
              <a:t>git switch feature-login</a:t>
            </a:r>
            <a:br/>
            <a:r>
              <a:t/>
            </a:r>
            <a:br/>
            <a:r>
              <a:t># Create + switch in one command</a:t>
            </a:r>
            <a:br/>
            <a:r>
              <a:t>git switch -c feature-payment</a:t>
            </a:r>
            <a:br/>
            <a:r>
              <a:t/>
            </a:r>
            <a:br/>
            <a:r>
              <a:t># List branches</a:t>
            </a:r>
            <a:br/>
            <a:r>
              <a:t>git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Merging Branches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latin typeface="Consolas"/>
              </a:defRPr>
            </a:pPr>
            <a:r>
              <a:t># Move to the target branch</a:t>
            </a:r>
            <a:br/>
            <a:r>
              <a:t>git switch main</a:t>
            </a:r>
            <a:br/>
            <a:r>
              <a:t/>
            </a:r>
            <a:br/>
            <a:r>
              <a:t># Merge feature branch</a:t>
            </a:r>
            <a:br/>
            <a:r>
              <a:t>git merge feature-login</a:t>
            </a:r>
            <a:br/>
            <a:r>
              <a:t/>
            </a:r>
            <a:br/>
            <a:r>
              <a:t># Optional: delete merged branch</a:t>
            </a:r>
            <a:br/>
            <a:r>
              <a:t>git branch -d feature-login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Merge Conflicts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A conflict occurs when </a:t>
            </a:r>
            <a:r>
              <a:rPr dirty="0" err="1"/>
              <a:t>Git</a:t>
            </a:r>
            <a:r>
              <a:rPr dirty="0"/>
              <a:t> cannot automatically combine changes.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Common cause: two branches modify the same lines.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 err="1"/>
              <a:t>Git</a:t>
            </a:r>
            <a:r>
              <a:rPr dirty="0"/>
              <a:t> marks the conflict in the affected file.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Never commit unresolved conflict markers.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260992"/>
            <a:ext cx="10515600" cy="2545447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&lt;&lt;&lt;&lt;&lt;&lt;&lt; HEAD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current branch code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=======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other branch code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&gt;&gt;&gt;&gt;&gt;&gt;&gt; feature-login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Resolving a Merge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8165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1. Open the conflicted file.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2. Decide which content to keep or combine.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3. Remove conflict markers.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4. Save the file.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5. Stage the resolved file.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6. Complete the merge commit.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225981"/>
            <a:ext cx="5158477" cy="1082564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status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add &lt;resolved-file&gt;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commit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6. GitHub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GitHub is a web platform for hosting Git repositories.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Repositories can be public or private.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Key collaboration features: Pull Requests, Issues, reviews and discussions.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GitHub repositories can connect local development with team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Connect Local Repository to GitHub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6437156" cy="2669938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199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latin typeface="Consolas"/>
              </a:defRPr>
            </a:pPr>
            <a:r>
              <a:t>git remote add origin &lt;repository-url&gt;</a:t>
            </a:r>
            <a:br/>
            <a:r>
              <a:t>git remote -v</a:t>
            </a:r>
            <a:br/>
            <a:r>
              <a:t/>
            </a:r>
            <a:br/>
            <a:r>
              <a:t># First push</a:t>
            </a:r>
            <a:br/>
            <a:r>
              <a:t>git branch -M main</a:t>
            </a:r>
            <a:br/>
            <a:r>
              <a:t>git push -u origin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Uploads local commits to a remote repository.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Typical command: git push origin main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After the first upstream setup, git push is often enough.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Push commits—not just individual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3976" y="3395123"/>
            <a:ext cx="3870226" cy="1284016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push origin main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pull vs git fetch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 err="1"/>
              <a:t>git</a:t>
            </a:r>
            <a:r>
              <a:rPr dirty="0"/>
              <a:t> fetch downloads remote updates without changing your current branch.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 err="1"/>
              <a:t>git</a:t>
            </a:r>
            <a:r>
              <a:rPr dirty="0"/>
              <a:t> pull fetches and then integrates remote changes.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Use fetch when you want to inspect changes first.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Before pushing, pull/fetch when teammates may have updated the branch.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349128"/>
            <a:ext cx="10515600" cy="2457312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fetch origin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pull origin main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7. Undoing Changes: Choose Carefully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restore — discard or unstage changes.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reset — move the current branch pointer; can rewrite local history.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revert — create a new commit that reverses an earlier commit.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For shared branches, revert is generally safer than rewriting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reset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7527826" cy="2923326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latin typeface="Consolas"/>
              </a:defRPr>
            </a:pPr>
            <a:r>
              <a:t># Unstage a file (mixed reset behavior)</a:t>
            </a:r>
            <a:br/>
            <a:r>
              <a:t>git reset HEAD file.txt</a:t>
            </a:r>
            <a:br/>
            <a:r>
              <a:t/>
            </a:r>
            <a:br/>
            <a:r>
              <a:t># Move HEAD back one commit, keep changes staged</a:t>
            </a:r>
            <a:br/>
            <a:r>
              <a:t>git reset --soft HEAD~1</a:t>
            </a:r>
            <a:br/>
            <a:r>
              <a:t/>
            </a:r>
            <a:br/>
            <a:r>
              <a:t># Move back and unstage changes</a:t>
            </a:r>
            <a:br/>
            <a:r>
              <a:t>git reset --mixed HEAD~1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revert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8100703" cy="2194559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latin typeface="Consolas"/>
              </a:defRPr>
            </a:pPr>
            <a:r>
              <a:t># Create a new commit that reverses a commit</a:t>
            </a:r>
            <a:br/>
            <a:r>
              <a:t>git revert &lt;commit-id&gt;</a:t>
            </a:r>
            <a:br/>
            <a:r>
              <a:t/>
            </a:r>
            <a:br/>
            <a:r>
              <a:t># View history</a:t>
            </a:r>
            <a:br/>
            <a:r>
              <a:t>git log --oneline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Viewing Previous Commits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Use git log to identify commit IDs.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 show displays details of a specific commit.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 checkout/switch can be used carefully to inspect older states.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Do not confuse viewing an old commit with changing branch history.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59" y="3238959"/>
            <a:ext cx="5038013" cy="141016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log --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oneline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show &lt;commit-id&gt;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8. Git 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Tags give meaningful names to specific commits.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Commonly used for releases such as v1.0.0.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Annotated tags can store release information.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2663" y="3050019"/>
            <a:ext cx="4861744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sv-SE" dirty="0">
                <a:solidFill>
                  <a:schemeClr val="accent4">
                    <a:lumMod val="75000"/>
                  </a:schemeClr>
                </a:solidFill>
              </a:rPr>
              <a:t>git tag v1.0.0</a:t>
            </a:r>
            <a:br>
              <a:rPr lang="sv-SE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sv-SE" dirty="0">
                <a:solidFill>
                  <a:schemeClr val="accent4">
                    <a:lumMod val="75000"/>
                  </a:schemeClr>
                </a:solidFill>
              </a:rPr>
              <a:t>git tag</a:t>
            </a:r>
            <a:br>
              <a:rPr lang="sv-SE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sv-SE" dirty="0">
                <a:solidFill>
                  <a:schemeClr val="accent4">
                    <a:lumMod val="75000"/>
                  </a:schemeClr>
                </a:solidFill>
              </a:rPr>
              <a:t>git show v1.0.0</a:t>
            </a:r>
            <a:br>
              <a:rPr lang="sv-SE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sv-SE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sv-SE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sv-SE" dirty="0">
                <a:solidFill>
                  <a:schemeClr val="accent4">
                    <a:lumMod val="75000"/>
                  </a:schemeClr>
                </a:solidFill>
              </a:rPr>
              <a:t>git push origin v1.0.0</a:t>
            </a:r>
            <a:endParaRPr lang="sv-SE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stash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Temporarily stores uncommitted changes.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Useful when you need to switch branches without committing unfinished work.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Later, restore the saved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29638"/>
            <a:ext cx="4872760" cy="1707615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sv-SE" dirty="0">
                <a:solidFill>
                  <a:schemeClr val="accent4">
                    <a:lumMod val="75000"/>
                  </a:schemeClr>
                </a:solidFill>
              </a:rPr>
              <a:t>git stash</a:t>
            </a:r>
            <a:br>
              <a:rPr lang="sv-SE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sv-SE" dirty="0">
                <a:solidFill>
                  <a:schemeClr val="accent4">
                    <a:lumMod val="75000"/>
                  </a:schemeClr>
                </a:solidFill>
              </a:rPr>
              <a:t>git stash list</a:t>
            </a:r>
            <a:br>
              <a:rPr lang="sv-SE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sv-SE" dirty="0">
                <a:solidFill>
                  <a:schemeClr val="accent4">
                    <a:lumMod val="75000"/>
                  </a:schemeClr>
                </a:solidFill>
              </a:rPr>
              <a:t>git stash pop</a:t>
            </a:r>
            <a:endParaRPr lang="sv-SE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Aliases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Aliases create shorter commands for frequently used operations.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They can improve productivity without changing Git itself.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99336"/>
            <a:ext cx="6578722" cy="2699683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config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 --global alias.st "status"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config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 --global alias.co "checkout"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# Usage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st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co main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Rebase — Basic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Rebase moves/replays commits onto a new base.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It can create a cleaner, more linear history.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Do not rebase commits that others are already depending on unless your team has agreed on the workflow.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For beginners: understand the concept before using interactive rebase.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536415"/>
            <a:ext cx="10515600" cy="150986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switch feature-login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rebase main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Cherry-pick — Basic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Cherry-pick copies the changes introduced by a specific commit onto the current branch.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Useful when one particular fix is needed without merging an entire branch.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rPr dirty="0"/>
              <a:t>Use carefully because it creates a new commit.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95738"/>
            <a:ext cx="6109955" cy="1294757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switch main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cherry-pick &lt;commit-id&gt;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9. Typical Git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1. Clone or create a repository.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2. Create a feature branch.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3. Edit and test the code.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4. Check changes with git status / git diff.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5. Stage and commit with a meaningful message.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6. Push the branch.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7. Open a Pull Request.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8. Review, merge and update the local repository.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Team Collaboration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main → stable/integrated code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feature/* → new features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bugfix/* → bug fixes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Each developer works on a branch.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Pull Requests provide review before integration.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Keep branches focused and short-lived where practical.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Pull Request (PR)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 Pull Request proposes changes from one branch into another.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Typical PR flow: push branch → open PR → review → address feedback → merge.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PRs support code review, discussion, testing and traceability.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 PR is a collaboration mechanism; it is not the same thing as git push.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Commit Message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Write clear, specific messages.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Describe what the commit changes.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Prefer small, focused commits.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Avoid messages such as 'update', 'changes', or 'final code'.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Example: 'Add validation for student email input'.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Commit working, logically complete changes whenever practical.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Branching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Use meaningful names: feature/login, bugfix/navbar, docs/readme.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Keep branches focused on one task.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Sync with the target branch regularly.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Avoid unnecessary long-lived branches.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Protect main/master with review and CI rules when working in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Git Best Practices — Quick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✓ Check git status before committing.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✓ Review git diff before creating a commit.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✓ Commit small, logical changes.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✓ Pull/fetch before starting or integrating work.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✓ Never commit passwords, API keys or secrets.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✓ Use .gitignore for generated files and local configuration.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✓ Prefer Pull Requests for team integration.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✓ Avoid force-pushing shared branches unless explicitly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Hands-on Activity 1: Local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Create a folder named git-workshop.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Initialize it as a Git repository.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Create README.md and add your name/course.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Check status and stage the file.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Commit with a meaningful message.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Modify README.md and inspect git diff.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Create a second commit.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6773" y="1619478"/>
            <a:ext cx="10515600" cy="2102569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mkdir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 git-workshop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cd git-workshop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init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echo "Git Workshop" &gt; README.md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add README.md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git commit -m "Add workshop README"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5844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Hands-on Activity 2: Branch +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Create branch feature-about.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Add an About section to README.md.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Commit the change.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Switch to main.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Merge feature-about into main.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Verify the history using git log --oneline --graph.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36600" y="1547043"/>
            <a:ext cx="8844708" cy="2247992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latin typeface="Consolas"/>
              </a:defRPr>
            </a:pP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switch -c feature-about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# edit README.md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add README.md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commit -m "Add about section"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switch main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git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merge feature-about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7164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Hands-on Activity 3: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Create a repository on GitHub.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Connect your local repository using git remote add.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Push the main branch.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Create a feature branch and push it.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Open a Pull Request.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Review the changes and merge the PR.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Pull the updated main branch locally.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Mini Challenge: Resolve a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Two students clone the same repository.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Student A changes the same line in README.md and pushes.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Student B changes that line differently and tries to merge/pull.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Observe the conflict markers.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Resolve the file manually.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Stage and commit the resolution.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Verify the final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Common Git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Forgetting to stage changes before commit.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Committing the wrong files.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Using vague commit messages.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Working directly on main for every task.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Ignoring merge conflict markers.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Force-pushing shared branches without coordination.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Committing secrets or large generated files.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Not checking status/diff before important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Quick Command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git init                 # initialize repository</a:t>
            </a:r>
            <a:br/>
            <a:r>
              <a:t>git clone &lt;url&gt;          # clone repository</a:t>
            </a:r>
            <a:br/>
            <a:r>
              <a:t>git status               # check state</a:t>
            </a:r>
            <a:br/>
            <a:r>
              <a:t>git add &lt;file&gt;           # stage changes</a:t>
            </a:r>
            <a:br/>
            <a:r>
              <a:t>git commit -m "message"  # save snapshot</a:t>
            </a:r>
            <a:br/>
            <a:r>
              <a:t>git log --oneline        # view history</a:t>
            </a:r>
            <a:br/>
            <a:r>
              <a:t>git diff                 # inspect changes</a:t>
            </a:r>
            <a:br/>
            <a:r>
              <a:t>git switch -c feature/x  # create + switch branch</a:t>
            </a:r>
            <a:br/>
            <a:r>
              <a:t>git merge feature/x      # merge branch</a:t>
            </a:r>
            <a:br/>
            <a:r>
              <a:t>git remote -v            # view remotes</a:t>
            </a:r>
            <a:br/>
            <a:r>
              <a:t>git push                 # upload commits</a:t>
            </a:r>
            <a:br/>
            <a:r>
              <a:t>git pull                 # fetch + integrate</a:t>
            </a:r>
            <a:br/>
            <a:r>
              <a:t>git fetch                # download remote updates</a:t>
            </a:r>
            <a:br/>
            <a:r>
              <a:t>git restore &lt;file&gt;       # restore working file</a:t>
            </a:r>
            <a:br/>
            <a:r>
              <a:t>git revert &lt;commit&gt;      # reverse with new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Workshop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 tracks project history and supports distributed development.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The core cycle is Edit → Stage → Commit.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Branches isolate work; merges integrate it.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GitHub adds hosting and collaboration features.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restore, reset and revert solve different undoing problems.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stash, tags, rebase and cherry-pick extend Git's capabilities.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 good team workflow combines branches, commits, PRs and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Student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Practice commands instead of memorizing them.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Use git status and git log to understand what Git sees.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Experiment in a practice repository.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Learn from conflicts—they are a normal part of collaboration.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Build the habit: inspect → stage → commit → sync →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Aptos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latin typeface="Aptos"/>
              </a:defRPr>
            </a:pPr>
            <a:r>
              <a:t>Questions &amp; Hands-on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Aptos"/>
              </a:defRPr>
            </a:pPr>
            <a:r>
              <a:t>Git • GitHub • Collaboration •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2176</Words>
  <Application>Microsoft Office PowerPoint</Application>
  <PresentationFormat>Custom</PresentationFormat>
  <Paragraphs>346</Paragraphs>
  <Slides>56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student</cp:lastModifiedBy>
  <cp:revision>11</cp:revision>
  <dcterms:created xsi:type="dcterms:W3CDTF">2013-01-27T09:14:16Z</dcterms:created>
  <dcterms:modified xsi:type="dcterms:W3CDTF">2026-08-07T10:03:45Z</dcterms:modified>
  <cp:category/>
</cp:coreProperties>
</file>